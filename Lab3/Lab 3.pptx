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5E8F1C-4E0C-4EA8-BCC4-C23C5EE66D60}" v="68" dt="2026-01-20T10:19:05.217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hura D N [MAHE-MIT]" userId="aaa2a86e-82ba-4014-b54b-0d1bdf15d5b3" providerId="ADAL" clId="{769EF769-1D77-4AFD-B1B2-98E392514974}"/>
    <pc:docChg chg="undo custSel addSld modSld">
      <pc:chgData name="Sindhura D N [MAHE-MIT]" userId="aaa2a86e-82ba-4014-b54b-0d1bdf15d5b3" providerId="ADAL" clId="{769EF769-1D77-4AFD-B1B2-98E392514974}" dt="2026-01-21T00:14:04.346" v="334" actId="6549"/>
      <pc:docMkLst>
        <pc:docMk/>
      </pc:docMkLst>
      <pc:sldChg chg="modSp new mod">
        <pc:chgData name="Sindhura D N [MAHE-MIT]" userId="aaa2a86e-82ba-4014-b54b-0d1bdf15d5b3" providerId="ADAL" clId="{769EF769-1D77-4AFD-B1B2-98E392514974}" dt="2026-01-20T09:19:02.846" v="128" actId="207"/>
        <pc:sldMkLst>
          <pc:docMk/>
          <pc:sldMk cId="3424265917" sldId="256"/>
        </pc:sldMkLst>
        <pc:spChg chg="mod">
          <ac:chgData name="Sindhura D N [MAHE-MIT]" userId="aaa2a86e-82ba-4014-b54b-0d1bdf15d5b3" providerId="ADAL" clId="{769EF769-1D77-4AFD-B1B2-98E392514974}" dt="2026-01-20T09:19:02.846" v="128" actId="207"/>
          <ac:spMkLst>
            <pc:docMk/>
            <pc:sldMk cId="3424265917" sldId="256"/>
            <ac:spMk id="2" creationId="{51C24E90-4B41-7A2F-E473-4E5D2AD1600B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3424265917" sldId="256"/>
            <ac:spMk id="3" creationId="{D8AD39B2-C032-1C17-DC45-684748E5761D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078" v="120"/>
        <pc:sldMkLst>
          <pc:docMk/>
          <pc:sldMk cId="2129356020" sldId="257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2129356020" sldId="257"/>
            <ac:spMk id="2" creationId="{04A0AEEA-C925-1CBA-1FA2-1704EBC250F4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2129356020" sldId="257"/>
            <ac:spMk id="3" creationId="{13C1F76B-6C15-BACE-114F-2D35A347717E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1T00:06:31.978" v="324" actId="20577"/>
        <pc:sldMkLst>
          <pc:docMk/>
          <pc:sldMk cId="666885421" sldId="258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666885421" sldId="258"/>
            <ac:spMk id="2" creationId="{53B4C100-79D6-72BC-1C91-90B77673DB75}"/>
          </ac:spMkLst>
        </pc:spChg>
        <pc:spChg chg="mod">
          <ac:chgData name="Sindhura D N [MAHE-MIT]" userId="aaa2a86e-82ba-4014-b54b-0d1bdf15d5b3" providerId="ADAL" clId="{769EF769-1D77-4AFD-B1B2-98E392514974}" dt="2026-01-21T00:06:31.978" v="324" actId="20577"/>
          <ac:spMkLst>
            <pc:docMk/>
            <pc:sldMk cId="666885421" sldId="258"/>
            <ac:spMk id="3" creationId="{44E464C5-1C2B-8659-A1EA-DDB9FFD19674}"/>
          </ac:spMkLst>
        </pc:spChg>
      </pc:sldChg>
      <pc:sldChg chg="modSp new">
        <pc:chgData name="Sindhura D N [MAHE-MIT]" userId="aaa2a86e-82ba-4014-b54b-0d1bdf15d5b3" providerId="ADAL" clId="{769EF769-1D77-4AFD-B1B2-98E392514974}" dt="2026-01-20T09:17:56.078" v="120"/>
        <pc:sldMkLst>
          <pc:docMk/>
          <pc:sldMk cId="967464013" sldId="259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967464013" sldId="259"/>
            <ac:spMk id="2" creationId="{A6515EFE-B912-65A1-25A6-841964C78383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967464013" sldId="259"/>
            <ac:spMk id="3" creationId="{A5A385CB-D496-117B-1FA1-F81B8E69C56D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1T00:09:17.777" v="333" actId="20577"/>
        <pc:sldMkLst>
          <pc:docMk/>
          <pc:sldMk cId="657634601" sldId="260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657634601" sldId="260"/>
            <ac:spMk id="2" creationId="{215E9751-A69C-A318-FDF0-2747754C998A}"/>
          </ac:spMkLst>
        </pc:spChg>
        <pc:spChg chg="mod">
          <ac:chgData name="Sindhura D N [MAHE-MIT]" userId="aaa2a86e-82ba-4014-b54b-0d1bdf15d5b3" providerId="ADAL" clId="{769EF769-1D77-4AFD-B1B2-98E392514974}" dt="2026-01-21T00:09:17.777" v="333" actId="20577"/>
          <ac:spMkLst>
            <pc:docMk/>
            <pc:sldMk cId="657634601" sldId="260"/>
            <ac:spMk id="3" creationId="{F5BB7823-2593-B72A-44DF-1973E74290AC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078" v="120"/>
        <pc:sldMkLst>
          <pc:docMk/>
          <pc:sldMk cId="1792726372" sldId="261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1792726372" sldId="261"/>
            <ac:spMk id="2" creationId="{20427BC9-B090-27E1-3DE2-F033478F95F7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1792726372" sldId="261"/>
            <ac:spMk id="3" creationId="{03C93895-E71E-7BC6-1183-F773F9F455FB}"/>
          </ac:spMkLst>
        </pc:spChg>
      </pc:sldChg>
      <pc:sldChg chg="addSp delSp modSp new mod modClrScheme chgLayout">
        <pc:chgData name="Sindhura D N [MAHE-MIT]" userId="aaa2a86e-82ba-4014-b54b-0d1bdf15d5b3" providerId="ADAL" clId="{769EF769-1D77-4AFD-B1B2-98E392514974}" dt="2026-01-20T09:19:41.042" v="140"/>
        <pc:sldMkLst>
          <pc:docMk/>
          <pc:sldMk cId="1883159153" sldId="262"/>
        </pc:sldMkLst>
        <pc:spChg chg="del">
          <ac:chgData name="Sindhura D N [MAHE-MIT]" userId="aaa2a86e-82ba-4014-b54b-0d1bdf15d5b3" providerId="ADAL" clId="{769EF769-1D77-4AFD-B1B2-98E392514974}" dt="2026-01-20T09:11:15.347" v="29" actId="478"/>
          <ac:spMkLst>
            <pc:docMk/>
            <pc:sldMk cId="1883159153" sldId="262"/>
            <ac:spMk id="2" creationId="{7B533600-101C-828B-52B6-D17C40461339}"/>
          </ac:spMkLst>
        </pc:spChg>
        <pc:spChg chg="mod ord">
          <ac:chgData name="Sindhura D N [MAHE-MIT]" userId="aaa2a86e-82ba-4014-b54b-0d1bdf15d5b3" providerId="ADAL" clId="{769EF769-1D77-4AFD-B1B2-98E392514974}" dt="2026-01-20T09:19:38.990" v="139" actId="27636"/>
          <ac:spMkLst>
            <pc:docMk/>
            <pc:sldMk cId="1883159153" sldId="262"/>
            <ac:spMk id="3" creationId="{743266E8-DD0A-0732-5D3A-B34912C0DA5A}"/>
          </ac:spMkLst>
        </pc:spChg>
        <pc:spChg chg="add mod ord">
          <ac:chgData name="Sindhura D N [MAHE-MIT]" userId="aaa2a86e-82ba-4014-b54b-0d1bdf15d5b3" providerId="ADAL" clId="{769EF769-1D77-4AFD-B1B2-98E392514974}" dt="2026-01-20T09:19:41.042" v="140"/>
          <ac:spMkLst>
            <pc:docMk/>
            <pc:sldMk cId="1883159153" sldId="262"/>
            <ac:spMk id="4" creationId="{889573EC-1402-D804-D030-D6C6C5B28DCE}"/>
          </ac:spMkLst>
        </pc:spChg>
        <pc:spChg chg="add mod ord">
          <ac:chgData name="Sindhura D N [MAHE-MIT]" userId="aaa2a86e-82ba-4014-b54b-0d1bdf15d5b3" providerId="ADAL" clId="{769EF769-1D77-4AFD-B1B2-98E392514974}" dt="2026-01-20T09:19:38.990" v="138" actId="27636"/>
          <ac:spMkLst>
            <pc:docMk/>
            <pc:sldMk cId="1883159153" sldId="262"/>
            <ac:spMk id="5" creationId="{98438C73-A1C5-CA3B-856B-07F2AFD143B6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078" v="120"/>
        <pc:sldMkLst>
          <pc:docMk/>
          <pc:sldMk cId="1050904326" sldId="263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1050904326" sldId="263"/>
            <ac:spMk id="2" creationId="{9CD22FCF-0B66-FDBD-E951-4954EAAD4FDC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1050904326" sldId="263"/>
            <ac:spMk id="3" creationId="{4F3EAFA3-7EF3-D5BC-9C3B-E00DEC327DD6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078" v="120"/>
        <pc:sldMkLst>
          <pc:docMk/>
          <pc:sldMk cId="4222570038" sldId="264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4222570038" sldId="264"/>
            <ac:spMk id="2" creationId="{8606355C-0215-3B89-C7C3-994C05048407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4222570038" sldId="264"/>
            <ac:spMk id="3" creationId="{C3D670A1-2B60-123F-D9EB-FF526B9FD9D8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1T00:14:04.346" v="334" actId="6549"/>
        <pc:sldMkLst>
          <pc:docMk/>
          <pc:sldMk cId="3598181178" sldId="265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3598181178" sldId="265"/>
            <ac:spMk id="2" creationId="{6B3B0C7C-CB12-CBEC-C391-D47EF9100FCA}"/>
          </ac:spMkLst>
        </pc:spChg>
        <pc:spChg chg="mod">
          <ac:chgData name="Sindhura D N [MAHE-MIT]" userId="aaa2a86e-82ba-4014-b54b-0d1bdf15d5b3" providerId="ADAL" clId="{769EF769-1D77-4AFD-B1B2-98E392514974}" dt="2026-01-21T00:14:04.346" v="334" actId="6549"/>
          <ac:spMkLst>
            <pc:docMk/>
            <pc:sldMk cId="3598181178" sldId="265"/>
            <ac:spMk id="3" creationId="{20AAD3A8-FAFB-068A-C1DA-6A12CFB83987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078" v="120"/>
        <pc:sldMkLst>
          <pc:docMk/>
          <pc:sldMk cId="1734784966" sldId="266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1734784966" sldId="266"/>
            <ac:spMk id="2" creationId="{987EC37A-323A-ADCB-C08F-81BCA353FC2B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1734784966" sldId="266"/>
            <ac:spMk id="3" creationId="{12BE1892-32B2-0772-4D87-D04B8C307B10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477" v="125" actId="27636"/>
        <pc:sldMkLst>
          <pc:docMk/>
          <pc:sldMk cId="3869310582" sldId="267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3869310582" sldId="267"/>
            <ac:spMk id="2" creationId="{A5A1408D-6A27-CBC7-591C-7C395A8A53EC}"/>
          </ac:spMkLst>
        </pc:spChg>
        <pc:spChg chg="mod">
          <ac:chgData name="Sindhura D N [MAHE-MIT]" userId="aaa2a86e-82ba-4014-b54b-0d1bdf15d5b3" providerId="ADAL" clId="{769EF769-1D77-4AFD-B1B2-98E392514974}" dt="2026-01-20T09:17:56.477" v="125" actId="27636"/>
          <ac:spMkLst>
            <pc:docMk/>
            <pc:sldMk cId="3869310582" sldId="267"/>
            <ac:spMk id="3" creationId="{8FF60723-D210-CAAB-6069-F720B5862A33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078" v="120"/>
        <pc:sldMkLst>
          <pc:docMk/>
          <pc:sldMk cId="431624781" sldId="268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431624781" sldId="268"/>
            <ac:spMk id="2" creationId="{87A23FF2-3D97-6E6B-057B-438EA9784869}"/>
          </ac:spMkLst>
        </pc:spChg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431624781" sldId="268"/>
            <ac:spMk id="3" creationId="{6B589A28-2D1D-1ED3-B38E-86942C8C9190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17:56.176" v="121" actId="27636"/>
        <pc:sldMkLst>
          <pc:docMk/>
          <pc:sldMk cId="2429131895" sldId="269"/>
        </pc:sldMkLst>
        <pc:spChg chg="mod">
          <ac:chgData name="Sindhura D N [MAHE-MIT]" userId="aaa2a86e-82ba-4014-b54b-0d1bdf15d5b3" providerId="ADAL" clId="{769EF769-1D77-4AFD-B1B2-98E392514974}" dt="2026-01-20T09:17:56.078" v="120"/>
          <ac:spMkLst>
            <pc:docMk/>
            <pc:sldMk cId="2429131895" sldId="269"/>
            <ac:spMk id="2" creationId="{0A20CEE9-13E7-D686-76D5-F3B523172110}"/>
          </ac:spMkLst>
        </pc:spChg>
        <pc:spChg chg="mod">
          <ac:chgData name="Sindhura D N [MAHE-MIT]" userId="aaa2a86e-82ba-4014-b54b-0d1bdf15d5b3" providerId="ADAL" clId="{769EF769-1D77-4AFD-B1B2-98E392514974}" dt="2026-01-20T09:17:56.176" v="121" actId="27636"/>
          <ac:spMkLst>
            <pc:docMk/>
            <pc:sldMk cId="2429131895" sldId="269"/>
            <ac:spMk id="3" creationId="{7143EF73-7B8A-93A3-40C9-5A884AC1196F}"/>
          </ac:spMkLst>
        </pc:spChg>
      </pc:sldChg>
      <pc:sldChg chg="addSp modSp new mod">
        <pc:chgData name="Sindhura D N [MAHE-MIT]" userId="aaa2a86e-82ba-4014-b54b-0d1bdf15d5b3" providerId="ADAL" clId="{769EF769-1D77-4AFD-B1B2-98E392514974}" dt="2026-01-20T09:22:38.751" v="152" actId="20577"/>
        <pc:sldMkLst>
          <pc:docMk/>
          <pc:sldMk cId="1327825651" sldId="270"/>
        </pc:sldMkLst>
        <pc:spChg chg="mod">
          <ac:chgData name="Sindhura D N [MAHE-MIT]" userId="aaa2a86e-82ba-4014-b54b-0d1bdf15d5b3" providerId="ADAL" clId="{769EF769-1D77-4AFD-B1B2-98E392514974}" dt="2026-01-20T09:22:38.751" v="152" actId="20577"/>
          <ac:spMkLst>
            <pc:docMk/>
            <pc:sldMk cId="1327825651" sldId="270"/>
            <ac:spMk id="3" creationId="{793BC444-35EC-CAA5-A6F3-E492D85CFB7F}"/>
          </ac:spMkLst>
        </pc:spChg>
        <pc:spChg chg="add mod">
          <ac:chgData name="Sindhura D N [MAHE-MIT]" userId="aaa2a86e-82ba-4014-b54b-0d1bdf15d5b3" providerId="ADAL" clId="{769EF769-1D77-4AFD-B1B2-98E392514974}" dt="2026-01-20T09:21:51.121" v="147"/>
          <ac:spMkLst>
            <pc:docMk/>
            <pc:sldMk cId="1327825651" sldId="270"/>
            <ac:spMk id="5" creationId="{A8161F56-A121-D1B8-04E5-E50009EA4BA4}"/>
          </ac:spMkLst>
        </pc:spChg>
        <pc:graphicFrameChg chg="add mod">
          <ac:chgData name="Sindhura D N [MAHE-MIT]" userId="aaa2a86e-82ba-4014-b54b-0d1bdf15d5b3" providerId="ADAL" clId="{769EF769-1D77-4AFD-B1B2-98E392514974}" dt="2026-01-20T09:21:49.882" v="146" actId="1076"/>
          <ac:graphicFrameMkLst>
            <pc:docMk/>
            <pc:sldMk cId="1327825651" sldId="270"/>
            <ac:graphicFrameMk id="4" creationId="{FED9F301-D7E9-1757-8FDF-5D55B35769AE}"/>
          </ac:graphicFrameMkLst>
        </pc:graphicFrameChg>
        <pc:graphicFrameChg chg="add mod modGraphic">
          <ac:chgData name="Sindhura D N [MAHE-MIT]" userId="aaa2a86e-82ba-4014-b54b-0d1bdf15d5b3" providerId="ADAL" clId="{769EF769-1D77-4AFD-B1B2-98E392514974}" dt="2026-01-20T09:22:33.348" v="151" actId="12385"/>
          <ac:graphicFrameMkLst>
            <pc:docMk/>
            <pc:sldMk cId="1327825651" sldId="270"/>
            <ac:graphicFrameMk id="6" creationId="{FA7B7341-F091-4F7C-559B-07CA41DD783B}"/>
          </ac:graphicFrameMkLst>
        </pc:graphicFrameChg>
      </pc:sldChg>
      <pc:sldChg chg="modSp new mod">
        <pc:chgData name="Sindhura D N [MAHE-MIT]" userId="aaa2a86e-82ba-4014-b54b-0d1bdf15d5b3" providerId="ADAL" clId="{769EF769-1D77-4AFD-B1B2-98E392514974}" dt="2026-01-20T09:23:39.788" v="168" actId="113"/>
        <pc:sldMkLst>
          <pc:docMk/>
          <pc:sldMk cId="3611687895" sldId="271"/>
        </pc:sldMkLst>
        <pc:spChg chg="mod">
          <ac:chgData name="Sindhura D N [MAHE-MIT]" userId="aaa2a86e-82ba-4014-b54b-0d1bdf15d5b3" providerId="ADAL" clId="{769EF769-1D77-4AFD-B1B2-98E392514974}" dt="2026-01-20T09:23:39.788" v="168" actId="113"/>
          <ac:spMkLst>
            <pc:docMk/>
            <pc:sldMk cId="3611687895" sldId="271"/>
            <ac:spMk id="2" creationId="{AF7623C7-9AF2-5B07-33E7-1653D02DCE1B}"/>
          </ac:spMkLst>
        </pc:spChg>
        <pc:spChg chg="mod">
          <ac:chgData name="Sindhura D N [MAHE-MIT]" userId="aaa2a86e-82ba-4014-b54b-0d1bdf15d5b3" providerId="ADAL" clId="{769EF769-1D77-4AFD-B1B2-98E392514974}" dt="2026-01-20T09:23:22.135" v="157" actId="20577"/>
          <ac:spMkLst>
            <pc:docMk/>
            <pc:sldMk cId="3611687895" sldId="271"/>
            <ac:spMk id="3" creationId="{BACDA6FD-6C15-0EAC-9599-0053F125A27E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38:22.547" v="185" actId="12"/>
        <pc:sldMkLst>
          <pc:docMk/>
          <pc:sldMk cId="2251298591" sldId="272"/>
        </pc:sldMkLst>
        <pc:spChg chg="mod">
          <ac:chgData name="Sindhura D N [MAHE-MIT]" userId="aaa2a86e-82ba-4014-b54b-0d1bdf15d5b3" providerId="ADAL" clId="{769EF769-1D77-4AFD-B1B2-98E392514974}" dt="2026-01-20T09:24:16.137" v="173" actId="20577"/>
          <ac:spMkLst>
            <pc:docMk/>
            <pc:sldMk cId="2251298591" sldId="272"/>
            <ac:spMk id="2" creationId="{6153F37F-6D23-175A-8476-CE06D9E7CE4B}"/>
          </ac:spMkLst>
        </pc:spChg>
        <pc:spChg chg="mod">
          <ac:chgData name="Sindhura D N [MAHE-MIT]" userId="aaa2a86e-82ba-4014-b54b-0d1bdf15d5b3" providerId="ADAL" clId="{769EF769-1D77-4AFD-B1B2-98E392514974}" dt="2026-01-20T09:38:22.547" v="185" actId="12"/>
          <ac:spMkLst>
            <pc:docMk/>
            <pc:sldMk cId="2251298591" sldId="272"/>
            <ac:spMk id="3" creationId="{870D434B-8FED-759B-391E-081C8AD0AFB3}"/>
          </ac:spMkLst>
        </pc:spChg>
      </pc:sldChg>
      <pc:sldChg chg="delSp modSp new mod modClrScheme chgLayout">
        <pc:chgData name="Sindhura D N [MAHE-MIT]" userId="aaa2a86e-82ba-4014-b54b-0d1bdf15d5b3" providerId="ADAL" clId="{769EF769-1D77-4AFD-B1B2-98E392514974}" dt="2026-01-20T09:39:17.005" v="194" actId="27636"/>
        <pc:sldMkLst>
          <pc:docMk/>
          <pc:sldMk cId="2560807584" sldId="273"/>
        </pc:sldMkLst>
        <pc:spChg chg="del">
          <ac:chgData name="Sindhura D N [MAHE-MIT]" userId="aaa2a86e-82ba-4014-b54b-0d1bdf15d5b3" providerId="ADAL" clId="{769EF769-1D77-4AFD-B1B2-98E392514974}" dt="2026-01-20T09:38:56.192" v="188" actId="478"/>
          <ac:spMkLst>
            <pc:docMk/>
            <pc:sldMk cId="2560807584" sldId="273"/>
            <ac:spMk id="2" creationId="{74F6E777-D4F8-6A5E-D869-99C1ECBB4950}"/>
          </ac:spMkLst>
        </pc:spChg>
        <pc:spChg chg="mod ord">
          <ac:chgData name="Sindhura D N [MAHE-MIT]" userId="aaa2a86e-82ba-4014-b54b-0d1bdf15d5b3" providerId="ADAL" clId="{769EF769-1D77-4AFD-B1B2-98E392514974}" dt="2026-01-20T09:39:17.005" v="194" actId="27636"/>
          <ac:spMkLst>
            <pc:docMk/>
            <pc:sldMk cId="2560807584" sldId="273"/>
            <ac:spMk id="3" creationId="{267F9466-EF34-710F-80A2-3842E82194E0}"/>
          </ac:spMkLst>
        </pc:spChg>
      </pc:sldChg>
      <pc:sldChg chg="addSp modSp new mod modClrScheme chgLayout">
        <pc:chgData name="Sindhura D N [MAHE-MIT]" userId="aaa2a86e-82ba-4014-b54b-0d1bdf15d5b3" providerId="ADAL" clId="{769EF769-1D77-4AFD-B1B2-98E392514974}" dt="2026-01-20T09:39:59.523" v="200" actId="20577"/>
        <pc:sldMkLst>
          <pc:docMk/>
          <pc:sldMk cId="803728449" sldId="274"/>
        </pc:sldMkLst>
        <pc:spChg chg="add mod">
          <ac:chgData name="Sindhura D N [MAHE-MIT]" userId="aaa2a86e-82ba-4014-b54b-0d1bdf15d5b3" providerId="ADAL" clId="{769EF769-1D77-4AFD-B1B2-98E392514974}" dt="2026-01-20T09:39:59.523" v="200" actId="20577"/>
          <ac:spMkLst>
            <pc:docMk/>
            <pc:sldMk cId="803728449" sldId="274"/>
            <ac:spMk id="2" creationId="{C48809F2-B94E-58EA-0493-ED1CC74E34E4}"/>
          </ac:spMkLst>
        </pc:spChg>
        <pc:spChg chg="add mod">
          <ac:chgData name="Sindhura D N [MAHE-MIT]" userId="aaa2a86e-82ba-4014-b54b-0d1bdf15d5b3" providerId="ADAL" clId="{769EF769-1D77-4AFD-B1B2-98E392514974}" dt="2026-01-20T09:39:55.328" v="198" actId="21"/>
          <ac:spMkLst>
            <pc:docMk/>
            <pc:sldMk cId="803728449" sldId="274"/>
            <ac:spMk id="3" creationId="{8238BCEC-6964-C19A-9E3E-CE5B57A3C9B3}"/>
          </ac:spMkLst>
        </pc:spChg>
      </pc:sldChg>
      <pc:sldChg chg="addSp delSp modSp new mod">
        <pc:chgData name="Sindhura D N [MAHE-MIT]" userId="aaa2a86e-82ba-4014-b54b-0d1bdf15d5b3" providerId="ADAL" clId="{769EF769-1D77-4AFD-B1B2-98E392514974}" dt="2026-01-20T09:47:22.428" v="237" actId="207"/>
        <pc:sldMkLst>
          <pc:docMk/>
          <pc:sldMk cId="703095669" sldId="275"/>
        </pc:sldMkLst>
        <pc:spChg chg="mod">
          <ac:chgData name="Sindhura D N [MAHE-MIT]" userId="aaa2a86e-82ba-4014-b54b-0d1bdf15d5b3" providerId="ADAL" clId="{769EF769-1D77-4AFD-B1B2-98E392514974}" dt="2026-01-20T09:44:59.116" v="205" actId="20577"/>
          <ac:spMkLst>
            <pc:docMk/>
            <pc:sldMk cId="703095669" sldId="275"/>
            <ac:spMk id="2" creationId="{4538F656-F846-C7AC-0C40-8D5D67F9E703}"/>
          </ac:spMkLst>
        </pc:spChg>
        <pc:spChg chg="del">
          <ac:chgData name="Sindhura D N [MAHE-MIT]" userId="aaa2a86e-82ba-4014-b54b-0d1bdf15d5b3" providerId="ADAL" clId="{769EF769-1D77-4AFD-B1B2-98E392514974}" dt="2026-01-20T09:44:52.788" v="202"/>
          <ac:spMkLst>
            <pc:docMk/>
            <pc:sldMk cId="703095669" sldId="275"/>
            <ac:spMk id="3" creationId="{A283DF8A-F8CD-D254-17E0-D5EEE2FF139A}"/>
          </ac:spMkLst>
        </pc:spChg>
        <pc:spChg chg="add mod">
          <ac:chgData name="Sindhura D N [MAHE-MIT]" userId="aaa2a86e-82ba-4014-b54b-0d1bdf15d5b3" providerId="ADAL" clId="{769EF769-1D77-4AFD-B1B2-98E392514974}" dt="2026-01-20T09:47:22.428" v="237" actId="207"/>
          <ac:spMkLst>
            <pc:docMk/>
            <pc:sldMk cId="703095669" sldId="275"/>
            <ac:spMk id="4" creationId="{A1D410B1-45BD-4185-100A-7CBF7C38291F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50:18.613" v="244" actId="20577"/>
        <pc:sldMkLst>
          <pc:docMk/>
          <pc:sldMk cId="823099861" sldId="276"/>
        </pc:sldMkLst>
        <pc:spChg chg="mod">
          <ac:chgData name="Sindhura D N [MAHE-MIT]" userId="aaa2a86e-82ba-4014-b54b-0d1bdf15d5b3" providerId="ADAL" clId="{769EF769-1D77-4AFD-B1B2-98E392514974}" dt="2026-01-20T09:49:55.417" v="239"/>
          <ac:spMkLst>
            <pc:docMk/>
            <pc:sldMk cId="823099861" sldId="276"/>
            <ac:spMk id="2" creationId="{8848F764-DD3F-0A53-6E51-7605A4D5C9F2}"/>
          </ac:spMkLst>
        </pc:spChg>
        <pc:spChg chg="mod">
          <ac:chgData name="Sindhura D N [MAHE-MIT]" userId="aaa2a86e-82ba-4014-b54b-0d1bdf15d5b3" providerId="ADAL" clId="{769EF769-1D77-4AFD-B1B2-98E392514974}" dt="2026-01-20T09:50:18.613" v="244" actId="20577"/>
          <ac:spMkLst>
            <pc:docMk/>
            <pc:sldMk cId="823099861" sldId="276"/>
            <ac:spMk id="3" creationId="{D98E36F9-65C5-B74C-1B2C-085AE65F4076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09:51:25.659" v="254" actId="20577"/>
        <pc:sldMkLst>
          <pc:docMk/>
          <pc:sldMk cId="3008286929" sldId="277"/>
        </pc:sldMkLst>
        <pc:spChg chg="mod">
          <ac:chgData name="Sindhura D N [MAHE-MIT]" userId="aaa2a86e-82ba-4014-b54b-0d1bdf15d5b3" providerId="ADAL" clId="{769EF769-1D77-4AFD-B1B2-98E392514974}" dt="2026-01-20T09:50:53.538" v="246"/>
          <ac:spMkLst>
            <pc:docMk/>
            <pc:sldMk cId="3008286929" sldId="277"/>
            <ac:spMk id="2" creationId="{D4DFB4DA-D9D3-182F-09B9-35F0F1DB319B}"/>
          </ac:spMkLst>
        </pc:spChg>
        <pc:spChg chg="mod">
          <ac:chgData name="Sindhura D N [MAHE-MIT]" userId="aaa2a86e-82ba-4014-b54b-0d1bdf15d5b3" providerId="ADAL" clId="{769EF769-1D77-4AFD-B1B2-98E392514974}" dt="2026-01-20T09:51:25.659" v="254" actId="20577"/>
          <ac:spMkLst>
            <pc:docMk/>
            <pc:sldMk cId="3008286929" sldId="277"/>
            <ac:spMk id="3" creationId="{F592D7E4-B935-8A77-C606-A4A921484703}"/>
          </ac:spMkLst>
        </pc:spChg>
      </pc:sldChg>
      <pc:sldChg chg="modSp new">
        <pc:chgData name="Sindhura D N [MAHE-MIT]" userId="aaa2a86e-82ba-4014-b54b-0d1bdf15d5b3" providerId="ADAL" clId="{769EF769-1D77-4AFD-B1B2-98E392514974}" dt="2026-01-20T09:53:06.971" v="257"/>
        <pc:sldMkLst>
          <pc:docMk/>
          <pc:sldMk cId="140113218" sldId="278"/>
        </pc:sldMkLst>
        <pc:spChg chg="mod">
          <ac:chgData name="Sindhura D N [MAHE-MIT]" userId="aaa2a86e-82ba-4014-b54b-0d1bdf15d5b3" providerId="ADAL" clId="{769EF769-1D77-4AFD-B1B2-98E392514974}" dt="2026-01-20T09:52:59.033" v="256"/>
          <ac:spMkLst>
            <pc:docMk/>
            <pc:sldMk cId="140113218" sldId="278"/>
            <ac:spMk id="2" creationId="{882F8C43-8A7C-DCB9-5D84-E48CB9F0ADC7}"/>
          </ac:spMkLst>
        </pc:spChg>
        <pc:spChg chg="mod">
          <ac:chgData name="Sindhura D N [MAHE-MIT]" userId="aaa2a86e-82ba-4014-b54b-0d1bdf15d5b3" providerId="ADAL" clId="{769EF769-1D77-4AFD-B1B2-98E392514974}" dt="2026-01-20T09:53:06.971" v="257"/>
          <ac:spMkLst>
            <pc:docMk/>
            <pc:sldMk cId="140113218" sldId="278"/>
            <ac:spMk id="3" creationId="{008B76CB-3ACB-64A7-173F-972D6C604234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10:13:25.803" v="268" actId="20577"/>
        <pc:sldMkLst>
          <pc:docMk/>
          <pc:sldMk cId="386728573" sldId="279"/>
        </pc:sldMkLst>
        <pc:spChg chg="mod">
          <ac:chgData name="Sindhura D N [MAHE-MIT]" userId="aaa2a86e-82ba-4014-b54b-0d1bdf15d5b3" providerId="ADAL" clId="{769EF769-1D77-4AFD-B1B2-98E392514974}" dt="2026-01-20T09:53:44.989" v="259"/>
          <ac:spMkLst>
            <pc:docMk/>
            <pc:sldMk cId="386728573" sldId="279"/>
            <ac:spMk id="2" creationId="{84592324-DB7E-5574-6208-42EB3954BC97}"/>
          </ac:spMkLst>
        </pc:spChg>
        <pc:spChg chg="mod">
          <ac:chgData name="Sindhura D N [MAHE-MIT]" userId="aaa2a86e-82ba-4014-b54b-0d1bdf15d5b3" providerId="ADAL" clId="{769EF769-1D77-4AFD-B1B2-98E392514974}" dt="2026-01-20T10:13:25.803" v="268" actId="20577"/>
          <ac:spMkLst>
            <pc:docMk/>
            <pc:sldMk cId="386728573" sldId="279"/>
            <ac:spMk id="3" creationId="{5B5F7F8A-6F97-CAC9-E2F4-C03DEE98D947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10:15:41.322" v="275"/>
        <pc:sldMkLst>
          <pc:docMk/>
          <pc:sldMk cId="992173314" sldId="280"/>
        </pc:sldMkLst>
        <pc:spChg chg="mod">
          <ac:chgData name="Sindhura D N [MAHE-MIT]" userId="aaa2a86e-82ba-4014-b54b-0d1bdf15d5b3" providerId="ADAL" clId="{769EF769-1D77-4AFD-B1B2-98E392514974}" dt="2026-01-20T10:15:27.414" v="271"/>
          <ac:spMkLst>
            <pc:docMk/>
            <pc:sldMk cId="992173314" sldId="280"/>
            <ac:spMk id="2" creationId="{09A4B255-4960-D482-62BA-62FFD2182A18}"/>
          </ac:spMkLst>
        </pc:spChg>
        <pc:spChg chg="mod">
          <ac:chgData name="Sindhura D N [MAHE-MIT]" userId="aaa2a86e-82ba-4014-b54b-0d1bdf15d5b3" providerId="ADAL" clId="{769EF769-1D77-4AFD-B1B2-98E392514974}" dt="2026-01-20T10:15:41.322" v="275"/>
          <ac:spMkLst>
            <pc:docMk/>
            <pc:sldMk cId="992173314" sldId="280"/>
            <ac:spMk id="3" creationId="{1BFAF8F5-9FF5-D6B3-F3A1-F8A4A1B8C6A0}"/>
          </ac:spMkLst>
        </pc:spChg>
      </pc:sldChg>
      <pc:sldChg chg="modSp new mod">
        <pc:chgData name="Sindhura D N [MAHE-MIT]" userId="aaa2a86e-82ba-4014-b54b-0d1bdf15d5b3" providerId="ADAL" clId="{769EF769-1D77-4AFD-B1B2-98E392514974}" dt="2026-01-20T10:16:37.932" v="291"/>
        <pc:sldMkLst>
          <pc:docMk/>
          <pc:sldMk cId="488036979" sldId="281"/>
        </pc:sldMkLst>
        <pc:spChg chg="mod">
          <ac:chgData name="Sindhura D N [MAHE-MIT]" userId="aaa2a86e-82ba-4014-b54b-0d1bdf15d5b3" providerId="ADAL" clId="{769EF769-1D77-4AFD-B1B2-98E392514974}" dt="2026-01-20T10:16:25.106" v="278"/>
          <ac:spMkLst>
            <pc:docMk/>
            <pc:sldMk cId="488036979" sldId="281"/>
            <ac:spMk id="2" creationId="{9CD3DA33-E0CE-A2B8-0CC9-2C20B7883798}"/>
          </ac:spMkLst>
        </pc:spChg>
        <pc:spChg chg="mod">
          <ac:chgData name="Sindhura D N [MAHE-MIT]" userId="aaa2a86e-82ba-4014-b54b-0d1bdf15d5b3" providerId="ADAL" clId="{769EF769-1D77-4AFD-B1B2-98E392514974}" dt="2026-01-20T10:16:37.932" v="291"/>
          <ac:spMkLst>
            <pc:docMk/>
            <pc:sldMk cId="488036979" sldId="281"/>
            <ac:spMk id="3" creationId="{A9FDD592-DCC8-1442-3DA2-2255B5EC66E8}"/>
          </ac:spMkLst>
        </pc:spChg>
      </pc:sldChg>
      <pc:sldChg chg="addSp delSp modSp new mod modClrScheme chgLayout">
        <pc:chgData name="Sindhura D N [MAHE-MIT]" userId="aaa2a86e-82ba-4014-b54b-0d1bdf15d5b3" providerId="ADAL" clId="{769EF769-1D77-4AFD-B1B2-98E392514974}" dt="2026-01-20T10:18:27.102" v="306"/>
        <pc:sldMkLst>
          <pc:docMk/>
          <pc:sldMk cId="1069020932" sldId="282"/>
        </pc:sldMkLst>
        <pc:spChg chg="mod ord">
          <ac:chgData name="Sindhura D N [MAHE-MIT]" userId="aaa2a86e-82ba-4014-b54b-0d1bdf15d5b3" providerId="ADAL" clId="{769EF769-1D77-4AFD-B1B2-98E392514974}" dt="2026-01-20T10:17:04.254" v="294" actId="700"/>
          <ac:spMkLst>
            <pc:docMk/>
            <pc:sldMk cId="1069020932" sldId="282"/>
            <ac:spMk id="2" creationId="{1A6602CB-7AB4-8BFE-2BE3-2DB5A1A3F37E}"/>
          </ac:spMkLst>
        </pc:spChg>
        <pc:spChg chg="del mod ord">
          <ac:chgData name="Sindhura D N [MAHE-MIT]" userId="aaa2a86e-82ba-4014-b54b-0d1bdf15d5b3" providerId="ADAL" clId="{769EF769-1D77-4AFD-B1B2-98E392514974}" dt="2026-01-20T10:17:04.254" v="294" actId="700"/>
          <ac:spMkLst>
            <pc:docMk/>
            <pc:sldMk cId="1069020932" sldId="282"/>
            <ac:spMk id="3" creationId="{80F1A43F-BBDB-654C-FF2C-D09F83A37BAB}"/>
          </ac:spMkLst>
        </pc:spChg>
        <pc:spChg chg="add mod ord">
          <ac:chgData name="Sindhura D N [MAHE-MIT]" userId="aaa2a86e-82ba-4014-b54b-0d1bdf15d5b3" providerId="ADAL" clId="{769EF769-1D77-4AFD-B1B2-98E392514974}" dt="2026-01-20T10:17:47.417" v="302"/>
          <ac:spMkLst>
            <pc:docMk/>
            <pc:sldMk cId="1069020932" sldId="282"/>
            <ac:spMk id="4" creationId="{605022A0-EDF4-8679-9D8B-50884CCCF78C}"/>
          </ac:spMkLst>
        </pc:spChg>
        <pc:spChg chg="add mod ord">
          <ac:chgData name="Sindhura D N [MAHE-MIT]" userId="aaa2a86e-82ba-4014-b54b-0d1bdf15d5b3" providerId="ADAL" clId="{769EF769-1D77-4AFD-B1B2-98E392514974}" dt="2026-01-20T10:18:27.102" v="306"/>
          <ac:spMkLst>
            <pc:docMk/>
            <pc:sldMk cId="1069020932" sldId="282"/>
            <ac:spMk id="5" creationId="{8BDEFEB0-0BEA-3D86-49EE-1E5930E8A416}"/>
          </ac:spMkLst>
        </pc:spChg>
      </pc:sldChg>
      <pc:sldChg chg="addSp delSp modSp new mod modClrScheme chgLayout">
        <pc:chgData name="Sindhura D N [MAHE-MIT]" userId="aaa2a86e-82ba-4014-b54b-0d1bdf15d5b3" providerId="ADAL" clId="{769EF769-1D77-4AFD-B1B2-98E392514974}" dt="2026-01-20T10:19:05.264" v="310" actId="27636"/>
        <pc:sldMkLst>
          <pc:docMk/>
          <pc:sldMk cId="903961091" sldId="283"/>
        </pc:sldMkLst>
        <pc:spChg chg="del mod ord">
          <ac:chgData name="Sindhura D N [MAHE-MIT]" userId="aaa2a86e-82ba-4014-b54b-0d1bdf15d5b3" providerId="ADAL" clId="{769EF769-1D77-4AFD-B1B2-98E392514974}" dt="2026-01-20T10:19:03.445" v="308" actId="700"/>
          <ac:spMkLst>
            <pc:docMk/>
            <pc:sldMk cId="903961091" sldId="283"/>
            <ac:spMk id="2" creationId="{2B49567F-24EF-3D9E-D738-9F2736F5FFA1}"/>
          </ac:spMkLst>
        </pc:spChg>
        <pc:spChg chg="del mod ord">
          <ac:chgData name="Sindhura D N [MAHE-MIT]" userId="aaa2a86e-82ba-4014-b54b-0d1bdf15d5b3" providerId="ADAL" clId="{769EF769-1D77-4AFD-B1B2-98E392514974}" dt="2026-01-20T10:19:03.445" v="308" actId="700"/>
          <ac:spMkLst>
            <pc:docMk/>
            <pc:sldMk cId="903961091" sldId="283"/>
            <ac:spMk id="3" creationId="{4BC20991-A8B1-63F8-D339-4C34AF00CE73}"/>
          </ac:spMkLst>
        </pc:spChg>
        <pc:spChg chg="del">
          <ac:chgData name="Sindhura D N [MAHE-MIT]" userId="aaa2a86e-82ba-4014-b54b-0d1bdf15d5b3" providerId="ADAL" clId="{769EF769-1D77-4AFD-B1B2-98E392514974}" dt="2026-01-20T10:19:03.445" v="308" actId="700"/>
          <ac:spMkLst>
            <pc:docMk/>
            <pc:sldMk cId="903961091" sldId="283"/>
            <ac:spMk id="4" creationId="{29A0382F-9EF5-8307-DE32-318C800ED456}"/>
          </ac:spMkLst>
        </pc:spChg>
        <pc:spChg chg="add mod ord">
          <ac:chgData name="Sindhura D N [MAHE-MIT]" userId="aaa2a86e-82ba-4014-b54b-0d1bdf15d5b3" providerId="ADAL" clId="{769EF769-1D77-4AFD-B1B2-98E392514974}" dt="2026-01-20T10:19:03.445" v="308" actId="700"/>
          <ac:spMkLst>
            <pc:docMk/>
            <pc:sldMk cId="903961091" sldId="283"/>
            <ac:spMk id="5" creationId="{7540C648-737B-2097-473A-0DBB4055B0C0}"/>
          </ac:spMkLst>
        </pc:spChg>
        <pc:spChg chg="add mod ord">
          <ac:chgData name="Sindhura D N [MAHE-MIT]" userId="aaa2a86e-82ba-4014-b54b-0d1bdf15d5b3" providerId="ADAL" clId="{769EF769-1D77-4AFD-B1B2-98E392514974}" dt="2026-01-20T10:19:05.264" v="310" actId="27636"/>
          <ac:spMkLst>
            <pc:docMk/>
            <pc:sldMk cId="903961091" sldId="283"/>
            <ac:spMk id="6" creationId="{B4F894CE-91E1-9E74-762B-54159E5B01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94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95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01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93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93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08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66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05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87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0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49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582623B-FBF7-4C4F-93A7-97F238AADE0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CFC884-9D2A-425E-BE31-951AF39D622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03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4E90-4B41-7A2F-E473-4E5D2AD16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rgbClr val="C00000"/>
                </a:solidFill>
              </a:rPr>
              <a:t>UNIX SHELL PROGRAMMING</a:t>
            </a:r>
            <a:r>
              <a:rPr lang="en-IN" sz="4800" dirty="0">
                <a:solidFill>
                  <a:srgbClr val="C00000"/>
                </a:solidFill>
              </a:rPr>
              <a:t> </a:t>
            </a:r>
            <a:br>
              <a:rPr lang="en-IN" sz="4800" dirty="0">
                <a:solidFill>
                  <a:srgbClr val="C00000"/>
                </a:solidFill>
              </a:rPr>
            </a:br>
            <a:r>
              <a:rPr lang="en-IN" sz="4800" dirty="0">
                <a:solidFill>
                  <a:srgbClr val="C00000"/>
                </a:solidFill>
              </a:rPr>
              <a:t>Shell Scripting - 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D39B2-C032-1C17-DC45-684748E57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6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AEEA-C925-1CBA-1FA2-1704EBC2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1F76B-6C15-BACE-114F-2D35A3477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recall the Unix shell programming concepts</a:t>
            </a:r>
          </a:p>
          <a:p>
            <a:r>
              <a:rPr lang="en-IN" dirty="0"/>
              <a:t>To identify and work with System variables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35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C100-79D6-72BC-1C91-90B77673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64C5-1C2B-8659-A1EA-DDB9FFD19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Shell programming : commands grouped together under a single filename.</a:t>
            </a:r>
          </a:p>
          <a:p>
            <a:r>
              <a:rPr lang="en-IN" b="1" dirty="0"/>
              <a:t>How Shell Works:</a:t>
            </a:r>
            <a:endParaRPr lang="en-IN" dirty="0"/>
          </a:p>
          <a:p>
            <a:r>
              <a:rPr lang="en-IN" b="1" dirty="0"/>
              <a:t>Login:</a:t>
            </a:r>
            <a:r>
              <a:rPr lang="en-IN" dirty="0"/>
              <a:t> After logging in, a prompt appears for user input</a:t>
            </a:r>
          </a:p>
          <a:p>
            <a:r>
              <a:rPr lang="en-IN" b="1" dirty="0"/>
              <a:t>Command String Interpreter:</a:t>
            </a:r>
            <a:r>
              <a:rPr lang="en-IN" dirty="0"/>
              <a:t> The shell interprets commands</a:t>
            </a:r>
          </a:p>
          <a:p>
            <a:r>
              <a:rPr lang="en-IN" b="1" dirty="0"/>
              <a:t>Processing:</a:t>
            </a:r>
            <a:r>
              <a:rPr lang="en-IN" dirty="0"/>
              <a:t> Shell takes appropriate action and prompts for more input</a:t>
            </a:r>
          </a:p>
          <a:p>
            <a:r>
              <a:rPr lang="en-IN" b="1" dirty="0"/>
              <a:t>Interactive Mode:</a:t>
            </a:r>
            <a:r>
              <a:rPr lang="en-IN" dirty="0"/>
              <a:t> Enter commands directly at the command prompt and get immediate results</a:t>
            </a:r>
          </a:p>
          <a:p>
            <a:r>
              <a:rPr lang="en-IN" b="1" dirty="0"/>
              <a:t>Script Mode:</a:t>
            </a:r>
            <a:r>
              <a:rPr lang="en-IN" dirty="0"/>
              <a:t> Execute a shell script file containing multiple commands sequentially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88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5EFE-B912-65A1-25A6-841964C7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85CB-D496-117B-1FA1-F81B8E69C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shebang line</a:t>
            </a:r>
            <a:r>
              <a:rPr lang="en-IN" dirty="0"/>
              <a:t> is the very first line of the script that tells the kernel which shell will interpret the script.</a:t>
            </a:r>
          </a:p>
          <a:p>
            <a:r>
              <a:rPr lang="en-IN" b="1" dirty="0"/>
              <a:t>Syntax:</a:t>
            </a:r>
            <a:r>
              <a:rPr lang="en-IN" dirty="0"/>
              <a:t> #!/path/to/shell [options]</a:t>
            </a:r>
          </a:p>
          <a:p>
            <a:r>
              <a:rPr lang="en-IN" b="1" dirty="0"/>
              <a:t>Structure:</a:t>
            </a:r>
            <a:endParaRPr lang="en-IN" dirty="0"/>
          </a:p>
          <a:p>
            <a:r>
              <a:rPr lang="en-IN" dirty="0"/>
              <a:t>Starts with #! characters</a:t>
            </a:r>
          </a:p>
          <a:p>
            <a:r>
              <a:rPr lang="en-IN" dirty="0"/>
              <a:t>Followed by the full pathname to the shell</a:t>
            </a:r>
          </a:p>
          <a:p>
            <a:r>
              <a:rPr lang="en-IN" dirty="0"/>
              <a:t>Can include optional shell </a:t>
            </a:r>
            <a:r>
              <a:rPr lang="en-IN" dirty="0" err="1"/>
              <a:t>behavior</a:t>
            </a:r>
            <a:r>
              <a:rPr lang="en-IN" dirty="0"/>
              <a:t> control options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46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9751-A69C-A318-FDF0-2747754C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Comments in Shell Scripts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B7823-2593-B72A-44DF-1973E7429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Purpose:</a:t>
            </a:r>
            <a:r>
              <a:rPr lang="en-IN" dirty="0"/>
              <a:t> Comments are descriptive material that help document your code and are ignored by the shell during execution.</a:t>
            </a:r>
          </a:p>
          <a:p>
            <a:r>
              <a:rPr lang="en-IN" b="1" dirty="0"/>
              <a:t>Comment Syntax:</a:t>
            </a:r>
            <a:endParaRPr lang="en-IN" dirty="0"/>
          </a:p>
          <a:p>
            <a:r>
              <a:rPr lang="en-IN" dirty="0"/>
              <a:t>Preceded by a # sign</a:t>
            </a:r>
          </a:p>
          <a:p>
            <a:r>
              <a:rPr lang="en-IN" dirty="0"/>
              <a:t>Effective until the end of the line</a:t>
            </a:r>
          </a:p>
          <a:p>
            <a:r>
              <a:rPr lang="en-IN" dirty="0"/>
              <a:t>Can be started anywhere on a line</a:t>
            </a:r>
          </a:p>
          <a:p>
            <a:r>
              <a:rPr lang="en-IN" dirty="0"/>
              <a:t>Shell does NOT interpret commented text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63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27BC9-B090-27E1-3DE2-F033478F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3895-E71E-7BC6-1183-F773F9F45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Special characters evaluated by the shell in a special way. Also called </a:t>
            </a:r>
            <a:r>
              <a:rPr lang="en-IN" b="1" dirty="0"/>
              <a:t>shell meta characters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Types of Wildcards: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Filename Expansion: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* - Matches zero or more characters</a:t>
            </a:r>
          </a:p>
          <a:p>
            <a:pPr marL="0" indent="0">
              <a:buNone/>
            </a:pPr>
            <a:r>
              <a:rPr lang="en-IN" dirty="0"/>
              <a:t>? - Matches exactly one character</a:t>
            </a:r>
          </a:p>
          <a:p>
            <a:pPr marL="0" indent="0">
              <a:buNone/>
            </a:pPr>
            <a:r>
              <a:rPr lang="en-IN" dirty="0"/>
              <a:t>[ ] - Matches any character in brackets</a:t>
            </a:r>
          </a:p>
          <a:p>
            <a:pPr marL="0" indent="0">
              <a:buNone/>
            </a:pPr>
            <a:r>
              <a:rPr lang="en-IN" b="1" dirty="0"/>
              <a:t>I/O Redirection: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&lt; - Input redirection</a:t>
            </a:r>
          </a:p>
          <a:p>
            <a:pPr marL="0" indent="0">
              <a:buNone/>
            </a:pPr>
            <a:r>
              <a:rPr lang="en-IN" dirty="0"/>
              <a:t>&gt; - Output redirection</a:t>
            </a:r>
          </a:p>
          <a:p>
            <a:pPr marL="0" indent="0">
              <a:buNone/>
            </a:pPr>
            <a:r>
              <a:rPr lang="en-IN" dirty="0"/>
              <a:t>2&gt; - Error redirection</a:t>
            </a:r>
          </a:p>
          <a:p>
            <a:pPr marL="0" indent="0">
              <a:buNone/>
            </a:pPr>
            <a:r>
              <a:rPr lang="en-IN" dirty="0"/>
              <a:t>&gt;&gt; - Append output</a:t>
            </a:r>
          </a:p>
          <a:p>
            <a:pPr marL="0" indent="0">
              <a:buNone/>
            </a:pPr>
            <a:r>
              <a:rPr lang="en-IN" dirty="0"/>
              <a:t>| - Pipe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726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9573EC-1402-D804-D030-D6C6C5B2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Shell Keywords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66E8-DD0A-0732-5D3A-B34912C0DA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Shell keywords are reserved words that have special meaning in shell programming.</a:t>
            </a:r>
          </a:p>
          <a:p>
            <a:r>
              <a:rPr lang="en-IN" b="1" dirty="0"/>
              <a:t>I/O Keywords:</a:t>
            </a:r>
            <a:endParaRPr lang="en-IN" dirty="0"/>
          </a:p>
          <a:p>
            <a:r>
              <a:rPr lang="en-IN" dirty="0"/>
              <a:t>echo</a:t>
            </a:r>
          </a:p>
          <a:p>
            <a:r>
              <a:rPr lang="en-IN" dirty="0"/>
              <a:t>read</a:t>
            </a:r>
          </a:p>
          <a:p>
            <a:r>
              <a:rPr lang="en-IN" b="1" dirty="0"/>
              <a:t>Control Flow:</a:t>
            </a:r>
            <a:endParaRPr lang="en-IN" dirty="0"/>
          </a:p>
          <a:p>
            <a:r>
              <a:rPr lang="en-IN" dirty="0"/>
              <a:t>if, fi, else, </a:t>
            </a:r>
            <a:r>
              <a:rPr lang="en-IN" dirty="0" err="1"/>
              <a:t>elif</a:t>
            </a:r>
            <a:endParaRPr lang="en-IN" dirty="0"/>
          </a:p>
          <a:p>
            <a:r>
              <a:rPr lang="en-IN" dirty="0"/>
              <a:t>case, </a:t>
            </a:r>
            <a:r>
              <a:rPr lang="en-IN" dirty="0" err="1"/>
              <a:t>esac</a:t>
            </a:r>
            <a:endParaRPr lang="en-IN" dirty="0"/>
          </a:p>
          <a:p>
            <a:r>
              <a:rPr lang="en-IN" dirty="0"/>
              <a:t>for, while, until</a:t>
            </a:r>
          </a:p>
          <a:p>
            <a:r>
              <a:rPr lang="en-IN" dirty="0"/>
              <a:t>do, done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438C73-A1C5-CA3B-856B-07F2AFD143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Control Keywords:</a:t>
            </a:r>
            <a:endParaRPr lang="en-IN" dirty="0"/>
          </a:p>
          <a:p>
            <a:r>
              <a:rPr lang="en-IN" dirty="0"/>
              <a:t>break</a:t>
            </a:r>
          </a:p>
          <a:p>
            <a:r>
              <a:rPr lang="en-IN" dirty="0"/>
              <a:t>continue</a:t>
            </a:r>
          </a:p>
          <a:p>
            <a:r>
              <a:rPr lang="en-IN" dirty="0"/>
              <a:t>exit</a:t>
            </a:r>
          </a:p>
          <a:p>
            <a:r>
              <a:rPr lang="en-IN" dirty="0"/>
              <a:t>return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159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2FCF-0B66-FDBD-E951-4954EAAD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Shell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AFA3-7EF3-D5BC-9C3B-E00DEC327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Shell variables change during the execution of the program and store data for processing.</a:t>
            </a:r>
          </a:p>
          <a:p>
            <a:r>
              <a:rPr lang="en-IN" b="1" dirty="0"/>
              <a:t>Variable Naming Rules:</a:t>
            </a:r>
            <a:endParaRPr lang="en-IN" dirty="0"/>
          </a:p>
          <a:p>
            <a:r>
              <a:rPr lang="en-IN" dirty="0"/>
              <a:t> Any combination of </a:t>
            </a:r>
            <a:r>
              <a:rPr lang="en-IN" b="1" dirty="0"/>
              <a:t>alphabets</a:t>
            </a:r>
            <a:r>
              <a:rPr lang="en-IN" dirty="0"/>
              <a:t>, </a:t>
            </a:r>
            <a:r>
              <a:rPr lang="en-IN" b="1" dirty="0"/>
              <a:t>digits</a:t>
            </a:r>
            <a:r>
              <a:rPr lang="en-IN" dirty="0"/>
              <a:t>, and </a:t>
            </a:r>
            <a:r>
              <a:rPr lang="en-IN" b="1" dirty="0"/>
              <a:t>underscore (_)</a:t>
            </a:r>
            <a:endParaRPr lang="en-IN" dirty="0"/>
          </a:p>
          <a:p>
            <a:r>
              <a:rPr lang="en-IN" dirty="0"/>
              <a:t> </a:t>
            </a:r>
            <a:r>
              <a:rPr lang="en-IN" dirty="0">
                <a:highlight>
                  <a:srgbClr val="FF0000"/>
                </a:highlight>
              </a:rPr>
              <a:t>No commas or blanks allowed within a variable name</a:t>
            </a:r>
          </a:p>
          <a:p>
            <a:r>
              <a:rPr lang="en-IN" dirty="0"/>
              <a:t> First character must be an </a:t>
            </a:r>
            <a:r>
              <a:rPr lang="en-IN" b="1" dirty="0"/>
              <a:t>alphabet</a:t>
            </a:r>
            <a:r>
              <a:rPr lang="en-IN" dirty="0"/>
              <a:t> or </a:t>
            </a:r>
            <a:r>
              <a:rPr lang="en-IN" b="1" dirty="0"/>
              <a:t>underscore</a:t>
            </a:r>
            <a:endParaRPr lang="en-IN" dirty="0"/>
          </a:p>
          <a:p>
            <a:r>
              <a:rPr lang="en-IN" dirty="0"/>
              <a:t> Can be of any reasonable length</a:t>
            </a:r>
          </a:p>
          <a:p>
            <a:r>
              <a:rPr lang="en-IN" dirty="0"/>
              <a:t>Variables are </a:t>
            </a:r>
            <a:r>
              <a:rPr lang="en-IN" b="1" dirty="0"/>
              <a:t>CASE SENSITIVE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90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355C-0215-3B89-C7C3-994C0504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Local Variables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670A1-2B60-123F-D9EB-FF526B9F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Characteristics:</a:t>
            </a:r>
            <a:endParaRPr lang="en-IN" dirty="0"/>
          </a:p>
          <a:p>
            <a:r>
              <a:rPr lang="en-IN" dirty="0"/>
              <a:t>In scope for the </a:t>
            </a:r>
            <a:r>
              <a:rPr lang="en-IN" b="1" dirty="0"/>
              <a:t>current shell</a:t>
            </a:r>
            <a:r>
              <a:rPr lang="en-IN" dirty="0"/>
              <a:t> only</a:t>
            </a:r>
          </a:p>
          <a:p>
            <a:r>
              <a:rPr lang="en-IN" dirty="0"/>
              <a:t>When a script ends, they are </a:t>
            </a:r>
            <a:r>
              <a:rPr lang="en-IN" b="1" dirty="0"/>
              <a:t>no longer available</a:t>
            </a:r>
            <a:endParaRPr lang="en-IN" dirty="0"/>
          </a:p>
          <a:p>
            <a:r>
              <a:rPr lang="en-IN" dirty="0"/>
              <a:t>They </a:t>
            </a:r>
            <a:r>
              <a:rPr lang="en-IN" b="1" dirty="0"/>
              <a:t>go out of scope</a:t>
            </a:r>
            <a:r>
              <a:rPr lang="en-IN" dirty="0"/>
              <a:t> after script execution</a:t>
            </a:r>
          </a:p>
          <a:p>
            <a:r>
              <a:rPr lang="en-IN" dirty="0"/>
              <a:t>Not accessible by child processes</a:t>
            </a:r>
          </a:p>
          <a:p>
            <a:r>
              <a:rPr lang="en-IN" b="1" dirty="0"/>
              <a:t>Setting Local Variables:</a:t>
            </a:r>
            <a:r>
              <a:rPr lang="en-IN" dirty="0"/>
              <a:t> </a:t>
            </a:r>
            <a:r>
              <a:rPr lang="en-IN" b="1" dirty="0"/>
              <a:t>Syntax:</a:t>
            </a:r>
            <a:r>
              <a:rPr lang="en-IN" dirty="0"/>
              <a:t> </a:t>
            </a:r>
            <a:r>
              <a:rPr lang="en-IN" dirty="0" err="1"/>
              <a:t>variable_name</a:t>
            </a:r>
            <a:r>
              <a:rPr lang="en-IN" dirty="0"/>
              <a:t>=value</a:t>
            </a:r>
          </a:p>
          <a:p>
            <a:r>
              <a:rPr lang="en-IN" b="1" u="sng" dirty="0">
                <a:solidFill>
                  <a:srgbClr val="EE0000"/>
                </a:solidFill>
              </a:rPr>
              <a:t>Important:</a:t>
            </a:r>
            <a:r>
              <a:rPr lang="en-IN" u="sng" dirty="0">
                <a:solidFill>
                  <a:srgbClr val="EE0000"/>
                </a:solidFill>
              </a:rPr>
              <a:t> No spaces around the = sign!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57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0C7C-CB12-CBEC-C391-D47EF9100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Global Variables (Environment Variables)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AD3A8-FAFB-068A-C1DA-6A12CFB83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Characteristics:</a:t>
            </a:r>
            <a:endParaRPr lang="en-IN" dirty="0"/>
          </a:p>
          <a:p>
            <a:r>
              <a:rPr lang="en-IN" dirty="0"/>
              <a:t>Set for the </a:t>
            </a:r>
            <a:r>
              <a:rPr lang="en-IN" b="1" dirty="0"/>
              <a:t>currently running shell</a:t>
            </a:r>
            <a:r>
              <a:rPr lang="en-IN" dirty="0"/>
              <a:t> and </a:t>
            </a:r>
            <a:r>
              <a:rPr lang="en-IN" b="1" dirty="0"/>
              <a:t>all child processes</a:t>
            </a:r>
            <a:endParaRPr lang="en-IN" dirty="0"/>
          </a:p>
          <a:p>
            <a:r>
              <a:rPr lang="en-IN" dirty="0"/>
              <a:t>Available to any process spawned from that shell</a:t>
            </a:r>
          </a:p>
          <a:p>
            <a:endParaRPr lang="en-IN" dirty="0"/>
          </a:p>
          <a:p>
            <a:r>
              <a:rPr lang="en-IN" dirty="0"/>
              <a:t>Environment variables are typically written in </a:t>
            </a:r>
            <a:r>
              <a:rPr lang="en-IN" b="1" dirty="0"/>
              <a:t>UPPERCASE</a:t>
            </a:r>
            <a:r>
              <a:rPr lang="en-IN" dirty="0"/>
              <a:t> to distinguish them from local variables.</a:t>
            </a:r>
          </a:p>
        </p:txBody>
      </p:sp>
    </p:spTree>
    <p:extLst>
      <p:ext uri="{BB962C8B-B14F-4D97-AF65-F5344CB8AC3E}">
        <p14:creationId xmlns:p14="http://schemas.microsoft.com/office/powerpoint/2010/main" val="3598181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C37A-323A-ADCB-C08F-81BCA353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Extracting Values from Variables: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E1892-32B2-0772-4D87-D04B8C307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 Dollar Sign ($):</a:t>
            </a:r>
            <a:r>
              <a:rPr lang="en-IN" dirty="0"/>
              <a:t> To extract or access the value stored in a variable, use the $ symbol before the variable name.</a:t>
            </a:r>
          </a:p>
          <a:p>
            <a:r>
              <a:rPr lang="en-IN" b="1" dirty="0"/>
              <a:t>Syntax:</a:t>
            </a:r>
            <a:r>
              <a:rPr lang="en-IN" dirty="0"/>
              <a:t> $</a:t>
            </a:r>
            <a:r>
              <a:rPr lang="en-IN" dirty="0" err="1"/>
              <a:t>variable_name</a:t>
            </a:r>
            <a:r>
              <a:rPr lang="en-IN" dirty="0"/>
              <a:t> OR ${</a:t>
            </a:r>
            <a:r>
              <a:rPr lang="en-IN" dirty="0" err="1"/>
              <a:t>variable_name</a:t>
            </a:r>
            <a:r>
              <a:rPr lang="en-IN" dirty="0"/>
              <a:t>}</a:t>
            </a:r>
          </a:p>
          <a:p>
            <a:r>
              <a:rPr lang="en-IN" b="1" dirty="0"/>
              <a:t>Using echo to Display Values:</a:t>
            </a:r>
            <a:r>
              <a:rPr lang="en-IN" dirty="0"/>
              <a:t> The echo command is commonly used to display variable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784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408D-6A27-CBC7-591C-7C395A8A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Shell Input - read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60723-D210-CAAB-6069-F720B5862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Getting User Input:</a:t>
            </a:r>
            <a:r>
              <a:rPr lang="en-IN" dirty="0"/>
              <a:t> The read command is used to get input from the user.</a:t>
            </a:r>
          </a:p>
          <a:p>
            <a:r>
              <a:rPr lang="en-IN" b="1" dirty="0"/>
              <a:t>Syntax:</a:t>
            </a:r>
            <a:r>
              <a:rPr lang="en-IN" dirty="0"/>
              <a:t> read variable1 variable2 variable3 ...</a:t>
            </a:r>
          </a:p>
          <a:p>
            <a:r>
              <a:rPr lang="en-IN" b="1" dirty="0"/>
              <a:t>Key Features:</a:t>
            </a:r>
            <a:endParaRPr lang="en-IN" dirty="0"/>
          </a:p>
          <a:p>
            <a:r>
              <a:rPr lang="en-IN" dirty="0"/>
              <a:t>Takes a line of input from the user</a:t>
            </a:r>
          </a:p>
          <a:p>
            <a:r>
              <a:rPr lang="en-IN" dirty="0"/>
              <a:t>Assigns input to variable(s) on the right-hand side</a:t>
            </a:r>
          </a:p>
          <a:p>
            <a:r>
              <a:rPr lang="en-IN" dirty="0"/>
              <a:t>Can accept </a:t>
            </a:r>
            <a:r>
              <a:rPr lang="en-IN" b="1" dirty="0"/>
              <a:t>multiple variable names</a:t>
            </a:r>
            <a:endParaRPr lang="en-IN" dirty="0"/>
          </a:p>
          <a:p>
            <a:r>
              <a:rPr lang="en-IN" dirty="0"/>
              <a:t>Each variable will be assigned one word</a:t>
            </a:r>
          </a:p>
          <a:p>
            <a:r>
              <a:rPr lang="en-IN" b="1" dirty="0"/>
              <a:t>No need to declare</a:t>
            </a:r>
            <a:r>
              <a:rPr lang="en-IN" dirty="0"/>
              <a:t> variables before reading</a:t>
            </a:r>
          </a:p>
          <a:p>
            <a:r>
              <a:rPr lang="en-IN" dirty="0"/>
              <a:t>No commas between variable names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31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3FF2-3D97-6E6B-057B-438EA978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Shell Output - echo Command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89A28-2D1D-1ED3-B38E-86942C8C9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Displaying Output:</a:t>
            </a:r>
            <a:r>
              <a:rPr lang="en-IN" dirty="0"/>
              <a:t> The echo command is used to display results and messages.</a:t>
            </a:r>
          </a:p>
          <a:p>
            <a:r>
              <a:rPr lang="en-IN" b="1" dirty="0"/>
              <a:t>Syntax:</a:t>
            </a:r>
            <a:r>
              <a:rPr lang="en-IN" dirty="0"/>
              <a:t> echo "text" OR echo $variable</a:t>
            </a:r>
          </a:p>
          <a:p>
            <a:r>
              <a:rPr lang="en-IN" b="1" dirty="0"/>
              <a:t>Usage:</a:t>
            </a:r>
            <a:endParaRPr lang="en-IN" dirty="0"/>
          </a:p>
          <a:p>
            <a:r>
              <a:rPr lang="en-IN" dirty="0"/>
              <a:t>Display text messages to the user</a:t>
            </a:r>
          </a:p>
          <a:p>
            <a:r>
              <a:rPr lang="en-IN" dirty="0"/>
              <a:t>Show variable values</a:t>
            </a:r>
          </a:p>
          <a:p>
            <a:r>
              <a:rPr lang="en-IN" dirty="0"/>
              <a:t>Wildcards must be </a:t>
            </a:r>
            <a:r>
              <a:rPr lang="en-IN" b="1" dirty="0"/>
              <a:t>escaped</a:t>
            </a:r>
            <a:r>
              <a:rPr lang="en-IN" dirty="0"/>
              <a:t> with backslash or quotes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1624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0CEE9-13E7-D686-76D5-F3B52317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Arithmetic Operations - expr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3EF73-7B8A-93A3-40C9-5A884AC11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Shell does NOT support direct arithmetic (e.g., a=</a:t>
            </a:r>
            <a:r>
              <a:rPr lang="en-IN" dirty="0" err="1"/>
              <a:t>b+c</a:t>
            </a:r>
            <a:r>
              <a:rPr lang="en-IN" dirty="0"/>
              <a:t>). Use UNIX commands!</a:t>
            </a:r>
          </a:p>
          <a:p>
            <a:r>
              <a:rPr lang="en-IN" b="1" dirty="0"/>
              <a:t>Syntax:</a:t>
            </a:r>
            <a:r>
              <a:rPr lang="en-IN" dirty="0"/>
              <a:t> expr expression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r>
              <a:rPr lang="en-IN" b="1" dirty="0"/>
              <a:t>Operators:</a:t>
            </a:r>
            <a:r>
              <a:rPr lang="en-IN" dirty="0"/>
              <a:t> +, -, *, /, %, =, ==, !=</a:t>
            </a:r>
          </a:p>
          <a:p>
            <a:r>
              <a:rPr lang="en-IN" dirty="0"/>
              <a:t>Space must be present between operator and operands</a:t>
            </a:r>
          </a:p>
          <a:p>
            <a:r>
              <a:rPr lang="en-IN" dirty="0"/>
              <a:t>No space between = and expr</a:t>
            </a:r>
          </a:p>
          <a:p>
            <a:r>
              <a:rPr lang="en-IN" dirty="0"/>
              <a:t>Use $ to access variable values</a:t>
            </a:r>
          </a:p>
          <a:p>
            <a:r>
              <a:rPr lang="en-IN" dirty="0"/>
              <a:t>Performs only </a:t>
            </a:r>
            <a:r>
              <a:rPr lang="en-IN" b="1" dirty="0"/>
              <a:t>integer arithmetic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9131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4B07-7E53-0C96-2916-38965DA7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BC444-35EC-CAA5-A6F3-E492D85CF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758703"/>
          </a:xfrm>
        </p:spPr>
        <p:txBody>
          <a:bodyPr/>
          <a:lstStyle/>
          <a:p>
            <a:r>
              <a:rPr lang="en-IN" b="1" dirty="0"/>
              <a:t>test Command &amp; [ ]</a:t>
            </a:r>
          </a:p>
          <a:p>
            <a:r>
              <a:rPr lang="en-IN" b="1" dirty="0"/>
              <a:t>Syntax:</a:t>
            </a:r>
            <a:r>
              <a:rPr lang="en-IN" dirty="0"/>
              <a:t> [ condition/expression ]</a:t>
            </a:r>
          </a:p>
          <a:p>
            <a:r>
              <a:rPr lang="en-IN" b="1" dirty="0"/>
              <a:t> Important:</a:t>
            </a:r>
            <a:r>
              <a:rPr lang="en-IN" dirty="0"/>
              <a:t> One space MUST be present after [ and before ]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7B7341-F091-4F7C-559B-07CA41DD7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943270"/>
              </p:ext>
            </p:extLst>
          </p:nvPr>
        </p:nvGraphicFramePr>
        <p:xfrm>
          <a:off x="868363" y="3429000"/>
          <a:ext cx="10058400" cy="210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06177914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1269472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85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Integer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-eq, -ne, -gt, -lt, -ge, -le, ==, !=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587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Boolean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! (not), -o (or), -a (and)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38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=, !=, -z (zero length), -n (non-zero length)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896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-f (file), -d (directory), -r (readable), -w (writable), -x (executable), -s (size&gt;0), -e (exists)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744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82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623C7-9AF2-5B07-33E7-1653D02D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C00000"/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DA6FD-6C15-0EAC-9599-0053F125A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echo "Enter Two Values" </a:t>
            </a:r>
          </a:p>
          <a:p>
            <a:r>
              <a:rPr lang="en-IN" dirty="0"/>
              <a:t>read a b </a:t>
            </a:r>
          </a:p>
          <a:p>
            <a:r>
              <a:rPr lang="en-IN" dirty="0"/>
              <a:t>result=$[ a == b ] </a:t>
            </a:r>
          </a:p>
          <a:p>
            <a:r>
              <a:rPr lang="en-IN" dirty="0"/>
              <a:t>echo "Check for Equality $result"</a:t>
            </a:r>
          </a:p>
        </p:txBody>
      </p:sp>
    </p:spTree>
    <p:extLst>
      <p:ext uri="{BB962C8B-B14F-4D97-AF65-F5344CB8AC3E}">
        <p14:creationId xmlns:p14="http://schemas.microsoft.com/office/powerpoint/2010/main" val="361168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3F37F-6D23-175A-8476-CE06D9E7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Arithmetic - Double Parentheses (( ))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D434B-8FED-759B-391E-081C8AD0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Syntax:</a:t>
            </a:r>
            <a:r>
              <a:rPr lang="en-IN" dirty="0"/>
              <a:t> ((expression)) OR $((expression))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Performs integer arithmetic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Spacing does NOT matter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need to include $ for variables inside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Useful for increment/decrement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More flexible than expr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298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F9466-EF34-710F-80A2-3842E82194E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41513" y="264405"/>
            <a:ext cx="11392769" cy="569166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echo "Enter the two values"</a:t>
            </a:r>
          </a:p>
          <a:p>
            <a:r>
              <a:rPr lang="en-IN" dirty="0"/>
              <a:t>read a b</a:t>
            </a:r>
          </a:p>
          <a:p>
            <a:r>
              <a:rPr lang="en-IN" dirty="0"/>
              <a:t>echo "Enter operator (+, -, /, %, *)"</a:t>
            </a:r>
          </a:p>
          <a:p>
            <a:r>
              <a:rPr lang="en-IN" dirty="0"/>
              <a:t>read op</a:t>
            </a:r>
          </a:p>
          <a:p>
            <a:endParaRPr lang="en-IN" dirty="0"/>
          </a:p>
          <a:p>
            <a:r>
              <a:rPr lang="en-IN" dirty="0"/>
              <a:t>((a++))              # Increment a</a:t>
            </a:r>
          </a:p>
          <a:p>
            <a:r>
              <a:rPr lang="en-IN" dirty="0"/>
              <a:t>result=$((a $op b))  # No $ needed inside</a:t>
            </a:r>
          </a:p>
          <a:p>
            <a:endParaRPr lang="en-IN" dirty="0"/>
          </a:p>
          <a:p>
            <a:r>
              <a:rPr lang="en-IN" dirty="0"/>
              <a:t>echo "Result of performing $a $op $b is $result"</a:t>
            </a:r>
          </a:p>
          <a:p>
            <a:endParaRPr lang="en-IN" dirty="0"/>
          </a:p>
          <a:p>
            <a:r>
              <a:rPr lang="en-IN" dirty="0"/>
              <a:t># Output:</a:t>
            </a:r>
          </a:p>
          <a:p>
            <a:r>
              <a:rPr lang="en-IN" dirty="0"/>
              <a:t># Enter the two values: 4 6</a:t>
            </a:r>
          </a:p>
          <a:p>
            <a:r>
              <a:rPr lang="en-IN" dirty="0"/>
              <a:t># Enter operator: *</a:t>
            </a:r>
          </a:p>
          <a:p>
            <a:r>
              <a:rPr lang="en-IN" dirty="0"/>
              <a:t># Result of performing 5 * 6 is 30</a:t>
            </a:r>
          </a:p>
        </p:txBody>
      </p:sp>
    </p:spTree>
    <p:extLst>
      <p:ext uri="{BB962C8B-B14F-4D97-AF65-F5344CB8AC3E}">
        <p14:creationId xmlns:p14="http://schemas.microsoft.com/office/powerpoint/2010/main" val="2560807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09F2-B94E-58EA-0493-ED1CC74E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Floating Point Arithmetic - </a:t>
            </a:r>
            <a:r>
              <a:rPr lang="en-IN" b="1" dirty="0" err="1"/>
              <a:t>bc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8BCEC-6964-C19A-9E3E-CE5B57A3C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Why </a:t>
            </a:r>
            <a:r>
              <a:rPr lang="en-IN" b="1" dirty="0" err="1"/>
              <a:t>bc</a:t>
            </a:r>
            <a:r>
              <a:rPr lang="en-IN" b="1" dirty="0"/>
              <a:t>?</a:t>
            </a:r>
            <a:r>
              <a:rPr lang="en-IN" dirty="0"/>
              <a:t> Both expr and (( )) perform only integer arithmetic. For </a:t>
            </a:r>
            <a:r>
              <a:rPr lang="en-IN" b="1" dirty="0"/>
              <a:t>floating-point operations</a:t>
            </a:r>
            <a:r>
              <a:rPr lang="en-IN" dirty="0"/>
              <a:t>, use </a:t>
            </a:r>
            <a:r>
              <a:rPr lang="en-IN" dirty="0" err="1"/>
              <a:t>bc</a:t>
            </a:r>
            <a:r>
              <a:rPr lang="en-IN" dirty="0"/>
              <a:t>.</a:t>
            </a:r>
          </a:p>
          <a:p>
            <a:r>
              <a:rPr lang="en-IN" b="1" dirty="0"/>
              <a:t>Syntax:</a:t>
            </a:r>
            <a:r>
              <a:rPr lang="en-IN" dirty="0"/>
              <a:t> result=$(</a:t>
            </a:r>
            <a:r>
              <a:rPr lang="en-IN" dirty="0" err="1"/>
              <a:t>bc</a:t>
            </a:r>
            <a:r>
              <a:rPr lang="en-IN" dirty="0"/>
              <a:t> -l &lt;&lt;&lt; "expression")</a:t>
            </a:r>
          </a:p>
          <a:p>
            <a:r>
              <a:rPr lang="en-IN" b="1" dirty="0" err="1"/>
              <a:t>bc</a:t>
            </a:r>
            <a:r>
              <a:rPr lang="en-IN" b="1" dirty="0"/>
              <a:t> Options:</a:t>
            </a:r>
            <a:endParaRPr lang="en-IN" dirty="0"/>
          </a:p>
          <a:p>
            <a:r>
              <a:rPr lang="en-IN" dirty="0"/>
              <a:t>-l : Load math library for floating point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3728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F656-F846-C7AC-0C40-8D5D67F9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Control Statements - if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D410B1-45BD-4185-100A-7CBF7C382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251" y="1737360"/>
            <a:ext cx="10547498" cy="4407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Syntax: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if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condition ;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then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var(--font-mono)"/>
              </a:rPr>
              <a:t> command(s)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var(--font-mono)"/>
              </a:rPr>
              <a:t>fi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C00000"/>
                </a:solidFill>
                <a:latin typeface="Arial" panose="020B0604020202020204" pitchFamily="34" charset="0"/>
              </a:rPr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/>
              <a:t>read</a:t>
            </a:r>
            <a:r>
              <a:rPr lang="en-IN" sz="2800" dirty="0"/>
              <a:t> character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/>
              <a:t>if</a:t>
            </a:r>
            <a:r>
              <a:rPr lang="en-IN" sz="2800" dirty="0"/>
              <a:t> </a:t>
            </a:r>
            <a:r>
              <a:rPr lang="en-IN" dirty="0"/>
              <a:t>[</a:t>
            </a:r>
            <a:r>
              <a:rPr lang="en-IN" sz="2800" dirty="0"/>
              <a:t> </a:t>
            </a:r>
            <a:r>
              <a:rPr lang="en-IN" dirty="0"/>
              <a:t>"$character"</a:t>
            </a:r>
            <a:r>
              <a:rPr lang="en-IN" sz="2800" dirty="0"/>
              <a:t> </a:t>
            </a:r>
            <a:r>
              <a:rPr lang="en-IN" dirty="0"/>
              <a:t>=</a:t>
            </a:r>
            <a:r>
              <a:rPr lang="en-IN" sz="2800" dirty="0"/>
              <a:t> </a:t>
            </a:r>
            <a:r>
              <a:rPr lang="en-IN" dirty="0"/>
              <a:t>"2"</a:t>
            </a:r>
            <a:r>
              <a:rPr lang="en-IN" sz="2800" dirty="0"/>
              <a:t> </a:t>
            </a:r>
            <a:r>
              <a:rPr lang="en-IN" dirty="0"/>
              <a:t>];</a:t>
            </a:r>
            <a:r>
              <a:rPr lang="en-IN" sz="2800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/>
              <a:t>then</a:t>
            </a:r>
            <a:r>
              <a:rPr lang="en-IN" sz="2800" dirty="0"/>
              <a:t> </a:t>
            </a:r>
            <a:r>
              <a:rPr lang="en-IN" dirty="0"/>
              <a:t>echo</a:t>
            </a:r>
            <a:r>
              <a:rPr lang="en-IN" sz="2800" dirty="0"/>
              <a:t> </a:t>
            </a:r>
            <a:r>
              <a:rPr lang="en-IN" dirty="0"/>
              <a:t>"You entered two."</a:t>
            </a:r>
            <a:r>
              <a:rPr lang="en-IN" sz="2800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/>
              <a:t>fi</a:t>
            </a:r>
            <a:r>
              <a:rPr lang="en-IN" sz="2800" dirty="0"/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095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F764-DD3F-0A53-6E51-7605A4D5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Statements - 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E36F9-65C5-B74C-1B2C-085AE65F4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condition ; </a:t>
            </a:r>
          </a:p>
          <a:p>
            <a:r>
              <a:rPr lang="en-IN" dirty="0"/>
              <a:t>then command(s) </a:t>
            </a:r>
          </a:p>
          <a:p>
            <a:r>
              <a:rPr lang="en-IN" dirty="0"/>
              <a:t>else </a:t>
            </a:r>
          </a:p>
          <a:p>
            <a:r>
              <a:rPr lang="en-IN" dirty="0"/>
              <a:t>command(s) 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823099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B4DA-D9D3-182F-09B9-35F0F1DB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Statements - </a:t>
            </a:r>
            <a:r>
              <a:rPr lang="en-IN" dirty="0" err="1"/>
              <a:t>elif</a:t>
            </a:r>
            <a:r>
              <a:rPr lang="en-IN" dirty="0"/>
              <a:t> Ladder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2D7E4-B935-8A77-C606-A4A92148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condition ;</a:t>
            </a:r>
          </a:p>
          <a:p>
            <a:r>
              <a:rPr lang="en-IN" dirty="0"/>
              <a:t> then command(s) </a:t>
            </a:r>
          </a:p>
          <a:p>
            <a:r>
              <a:rPr lang="en-IN" dirty="0" err="1"/>
              <a:t>elif</a:t>
            </a:r>
            <a:r>
              <a:rPr lang="en-IN" dirty="0"/>
              <a:t> condition ; </a:t>
            </a:r>
          </a:p>
          <a:p>
            <a:r>
              <a:rPr lang="en-IN" dirty="0"/>
              <a:t>then command(s) </a:t>
            </a:r>
          </a:p>
          <a:p>
            <a:r>
              <a:rPr lang="en-IN" dirty="0"/>
              <a:t>else </a:t>
            </a:r>
          </a:p>
          <a:p>
            <a:pPr marL="0" indent="0">
              <a:buNone/>
            </a:pPr>
            <a:r>
              <a:rPr lang="en-IN" dirty="0"/>
              <a:t>command(s)</a:t>
            </a:r>
          </a:p>
          <a:p>
            <a:pPr marL="0" indent="0">
              <a:buNone/>
            </a:pPr>
            <a:r>
              <a:rPr lang="en-IN" dirty="0"/>
              <a:t> fi</a:t>
            </a:r>
          </a:p>
        </p:txBody>
      </p:sp>
    </p:spTree>
    <p:extLst>
      <p:ext uri="{BB962C8B-B14F-4D97-AF65-F5344CB8AC3E}">
        <p14:creationId xmlns:p14="http://schemas.microsoft.com/office/powerpoint/2010/main" val="3008286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8C43-8A7C-DCB9-5D84-E48CB9F0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Statements -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B76CB-3ACB-64A7-173F-972D6C604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case word in</a:t>
            </a:r>
          </a:p>
          <a:p>
            <a:r>
              <a:rPr lang="en-IN" dirty="0"/>
              <a:t>    pattern1) command(s) ;;</a:t>
            </a:r>
          </a:p>
          <a:p>
            <a:r>
              <a:rPr lang="en-IN" dirty="0"/>
              <a:t>    pattern2) command(s) ;;</a:t>
            </a:r>
          </a:p>
          <a:p>
            <a:r>
              <a:rPr lang="en-IN" dirty="0"/>
              <a:t>    *) command(s) ;;</a:t>
            </a:r>
          </a:p>
          <a:p>
            <a:r>
              <a:rPr lang="en-IN" dirty="0" err="1"/>
              <a:t>esac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13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92324-DB7E-5574-6208-42EB3954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Loops -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F7F8A-6F97-CAC9-E2F4-C03DEE98D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(( initialization; condition; increment));  Do</a:t>
            </a:r>
          </a:p>
          <a:p>
            <a:r>
              <a:rPr lang="en-IN" dirty="0"/>
              <a:t>command(s) </a:t>
            </a:r>
          </a:p>
          <a:p>
            <a:r>
              <a:rPr lang="en-IN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86728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B255-4960-D482-62BA-62FFD218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Loops - while &amp; until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AF8F5-9FF5-D6B3-F3A1-F8A4A1B8C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while condition ; do</a:t>
            </a:r>
          </a:p>
          <a:p>
            <a:r>
              <a:rPr lang="en-IN" dirty="0"/>
              <a:t>    command(s) executed while condition is true</a:t>
            </a:r>
          </a:p>
          <a:p>
            <a:r>
              <a:rPr lang="en-IN" dirty="0"/>
              <a:t>Done</a:t>
            </a:r>
          </a:p>
          <a:p>
            <a:endParaRPr lang="en-IN" dirty="0"/>
          </a:p>
          <a:p>
            <a:r>
              <a:rPr lang="en-IN" dirty="0"/>
              <a:t>until condition ; do</a:t>
            </a:r>
          </a:p>
          <a:p>
            <a:r>
              <a:rPr lang="en-IN" dirty="0"/>
              <a:t>    command(s) executed until condition is true</a:t>
            </a:r>
          </a:p>
          <a:p>
            <a:r>
              <a:rPr lang="en-IN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992173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DA33-E0CE-A2B8-0CC9-2C20B788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DD592-DCC8-1442-3DA2-2255B5EC6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exit command terminates script execution and returns an exit status to the shell.</a:t>
            </a:r>
          </a:p>
          <a:p>
            <a:r>
              <a:rPr lang="en-IN" b="1" dirty="0"/>
              <a:t>Syntax:</a:t>
            </a:r>
            <a:r>
              <a:rPr lang="en-IN" dirty="0"/>
              <a:t> exit [number]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r>
              <a:rPr lang="en-IN" dirty="0"/>
              <a:t>Exit status must be an integer in the range </a:t>
            </a:r>
            <a:r>
              <a:rPr lang="en-IN" b="1" dirty="0"/>
              <a:t>0-255</a:t>
            </a:r>
            <a:endParaRPr lang="en-IN" dirty="0"/>
          </a:p>
          <a:p>
            <a:r>
              <a:rPr lang="en-IN" b="1" dirty="0"/>
              <a:t>0</a:t>
            </a:r>
            <a:r>
              <a:rPr lang="en-IN" dirty="0"/>
              <a:t> indicates successful execution</a:t>
            </a:r>
          </a:p>
          <a:p>
            <a:r>
              <a:rPr lang="en-IN" b="1" dirty="0"/>
              <a:t>Non-zero</a:t>
            </a:r>
            <a:r>
              <a:rPr lang="en-IN" dirty="0"/>
              <a:t> indicates an error occurred</a:t>
            </a:r>
          </a:p>
          <a:p>
            <a:r>
              <a:rPr lang="en-IN" dirty="0"/>
              <a:t>Use $? to check the last command's exit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036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02CB-7AB4-8BFE-2BE3-2DB5A1A3F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Executing Shell Scripts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022A0-EDF4-8679-9D8B-50884CCCF7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Step 1: Create the Script</a:t>
            </a:r>
            <a:r>
              <a:rPr lang="en-IN" dirty="0"/>
              <a:t> Use a text editor (vi, nano, etc.) to create your shell script file.</a:t>
            </a:r>
          </a:p>
          <a:p>
            <a:r>
              <a:rPr lang="en-IN" dirty="0"/>
              <a:t>Using bash/</a:t>
            </a:r>
            <a:r>
              <a:rPr lang="en-IN" dirty="0" err="1"/>
              <a:t>sh</a:t>
            </a:r>
            <a:r>
              <a:rPr lang="en-IN" dirty="0"/>
              <a:t>:</a:t>
            </a:r>
          </a:p>
          <a:p>
            <a:r>
              <a:rPr lang="en-IN" dirty="0"/>
              <a:t>$ bash test.sh</a:t>
            </a:r>
          </a:p>
          <a:p>
            <a:r>
              <a:rPr lang="en-IN" dirty="0"/>
              <a:t># OR</a:t>
            </a:r>
          </a:p>
          <a:p>
            <a:r>
              <a:rPr lang="en-IN" dirty="0"/>
              <a:t>$ </a:t>
            </a:r>
            <a:r>
              <a:rPr lang="en-IN" dirty="0" err="1"/>
              <a:t>sh</a:t>
            </a:r>
            <a:r>
              <a:rPr lang="en-IN" dirty="0"/>
              <a:t> test.sh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EFEB0-0BEA-3D86-49EE-1E5930E8A4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Method 2: Direct Execution</a:t>
            </a:r>
          </a:p>
          <a:p>
            <a:endParaRPr lang="en-IN" dirty="0"/>
          </a:p>
          <a:p>
            <a:r>
              <a:rPr lang="en-IN" dirty="0"/>
              <a:t>$ </a:t>
            </a:r>
            <a:r>
              <a:rPr lang="en-IN" dirty="0" err="1"/>
              <a:t>chmod</a:t>
            </a:r>
            <a:r>
              <a:rPr lang="en-IN" dirty="0"/>
              <a:t> +x test.sh</a:t>
            </a:r>
          </a:p>
          <a:p>
            <a:r>
              <a:rPr lang="en-IN" dirty="0"/>
              <a:t>$ ./test.sh</a:t>
            </a:r>
          </a:p>
        </p:txBody>
      </p:sp>
    </p:spTree>
    <p:extLst>
      <p:ext uri="{BB962C8B-B14F-4D97-AF65-F5344CB8AC3E}">
        <p14:creationId xmlns:p14="http://schemas.microsoft.com/office/powerpoint/2010/main" val="1069020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40C648-737B-2097-473A-0DBB4055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894CE-91E1-9E74-762B-54159E5B0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Main Exercises:</a:t>
            </a:r>
            <a:endParaRPr lang="en-IN" dirty="0"/>
          </a:p>
          <a:p>
            <a:r>
              <a:rPr lang="en-IN" dirty="0"/>
              <a:t>Write a shell script to find whether a given file is a directory or regular file</a:t>
            </a:r>
          </a:p>
          <a:p>
            <a:r>
              <a:rPr lang="en-IN" dirty="0"/>
              <a:t>List all files containing the input pattern in a user-specified folder</a:t>
            </a:r>
          </a:p>
          <a:p>
            <a:r>
              <a:rPr lang="en-IN" dirty="0"/>
              <a:t>Replace all .txt extensions with .text recursively in current directory</a:t>
            </a:r>
          </a:p>
          <a:p>
            <a:r>
              <a:rPr lang="en-IN" dirty="0"/>
              <a:t>Calculate gross salary: GS = Basic + TA + 10% of Basic (use floating point)</a:t>
            </a:r>
          </a:p>
          <a:p>
            <a:r>
              <a:rPr lang="en-IN" dirty="0"/>
              <a:t>Copy all files with user-specified extension to a new folder (single level only)</a:t>
            </a:r>
          </a:p>
          <a:p>
            <a:r>
              <a:rPr lang="en-IN" dirty="0"/>
              <a:t>Modify "ex:" to "Example:" only at line start or after period</a:t>
            </a:r>
          </a:p>
          <a:p>
            <a:r>
              <a:rPr lang="en-IN" dirty="0"/>
              <a:t>Delete all even-numbered lines in a text file</a:t>
            </a:r>
          </a:p>
          <a:p>
            <a:r>
              <a:rPr lang="en-IN" b="1" dirty="0"/>
              <a:t>Additional Exercises:</a:t>
            </a:r>
            <a:endParaRPr lang="en-IN" dirty="0"/>
          </a:p>
          <a:p>
            <a:r>
              <a:rPr lang="en-IN" dirty="0"/>
              <a:t>Check whether a number is prime</a:t>
            </a:r>
          </a:p>
          <a:p>
            <a:r>
              <a:rPr lang="en-IN" dirty="0"/>
              <a:t>Find factorial of a number</a:t>
            </a:r>
          </a:p>
          <a:p>
            <a:r>
              <a:rPr lang="en-IN" dirty="0"/>
              <a:t>Write even-numbered lines to </a:t>
            </a:r>
            <a:r>
              <a:rPr lang="en-IN" dirty="0" err="1"/>
              <a:t>evenfile</a:t>
            </a:r>
            <a:r>
              <a:rPr lang="en-IN" dirty="0"/>
              <a:t> and odd-numbered lines to </a:t>
            </a:r>
            <a:r>
              <a:rPr lang="en-IN" dirty="0" err="1"/>
              <a:t>oddfile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9610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</TotalTime>
  <Words>1446</Words>
  <Application>Microsoft Office PowerPoint</Application>
  <PresentationFormat>Widescreen</PresentationFormat>
  <Paragraphs>221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var(--font-mono)</vt:lpstr>
      <vt:lpstr>Retrospect</vt:lpstr>
      <vt:lpstr>UNIX SHELL PROGRAMMING  Shell Scripting - Lab 3</vt:lpstr>
      <vt:lpstr>Objectives:</vt:lpstr>
      <vt:lpstr>PowerPoint Presentation</vt:lpstr>
      <vt:lpstr>PowerPoint Presentation</vt:lpstr>
      <vt:lpstr>Comments in Shell Scripts </vt:lpstr>
      <vt:lpstr>PowerPoint Presentation</vt:lpstr>
      <vt:lpstr>Shell Keywords </vt:lpstr>
      <vt:lpstr>Shell Variables</vt:lpstr>
      <vt:lpstr>Local Variables </vt:lpstr>
      <vt:lpstr>Global Variables (Environment Variables) </vt:lpstr>
      <vt:lpstr>Extracting Values from Variables:</vt:lpstr>
      <vt:lpstr>Shell Input - read Command</vt:lpstr>
      <vt:lpstr>Shell Output - echo Command</vt:lpstr>
      <vt:lpstr>Arithmetic Operations - expr</vt:lpstr>
      <vt:lpstr>PowerPoint Presentation</vt:lpstr>
      <vt:lpstr>Example:</vt:lpstr>
      <vt:lpstr>Arithmetic - Double Parentheses (( ))</vt:lpstr>
      <vt:lpstr>PowerPoint Presentation</vt:lpstr>
      <vt:lpstr>Floating Point Arithmetic - bc</vt:lpstr>
      <vt:lpstr>Control Statements - if</vt:lpstr>
      <vt:lpstr>Control Statements - if-else</vt:lpstr>
      <vt:lpstr>Control Statements - elif Ladder</vt:lpstr>
      <vt:lpstr>Control Statements - case</vt:lpstr>
      <vt:lpstr>Loops - for Loop</vt:lpstr>
      <vt:lpstr>Loops - while &amp; until</vt:lpstr>
      <vt:lpstr>exit Command</vt:lpstr>
      <vt:lpstr>Executing Shell Scripts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Sindhura D N [MAHE-MIT]</dc:creator>
  <cp:lastModifiedBy>Sindhura D N [MAHE-MIT]</cp:lastModifiedBy>
  <cp:revision>1</cp:revision>
  <dcterms:created xsi:type="dcterms:W3CDTF">2026-01-20T09:07:18Z</dcterms:created>
  <dcterms:modified xsi:type="dcterms:W3CDTF">2026-01-21T00:14:06Z</dcterms:modified>
</cp:coreProperties>
</file>